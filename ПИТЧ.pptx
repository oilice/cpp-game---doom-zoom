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8" r:id="rId3"/>
    <p:sldId id="260" r:id="rId4"/>
    <p:sldId id="259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94C60-A2BB-474B-B83E-3C64D4FB007F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5B095-2D5A-49AC-9BBC-EBFD9CCC8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62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5B095-2D5A-49AC-9BBC-EBFD9CCC895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00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91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2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4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0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3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7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5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77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6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49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29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27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45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51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3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5653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2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0DA78AC-53E4-4B1D-AD42-F54C94C01A8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188974-911C-40EA-820F-BAE8B1034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479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5833FDD-4499-4B7C-BA18-4F1C2D8DCD7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2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38950">
            <a:off x="-579189" y="-5250909"/>
            <a:ext cx="16280903" cy="1628090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F6E69E-8620-403D-9650-1972C0F0D9F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93372">
            <a:off x="-3661307" y="-1966402"/>
            <a:ext cx="10790803" cy="1079080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3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A9309D-0B4C-4DBF-9CA9-98A5E9D7D9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cap="non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ZOOM DOOM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B52BA-F18D-42FD-9AF8-D0A6E03FF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cap="non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Turned-based RPG</a:t>
            </a:r>
          </a:p>
        </p:txBody>
      </p:sp>
    </p:spTree>
    <p:extLst>
      <p:ext uri="{BB962C8B-B14F-4D97-AF65-F5344CB8AC3E}">
        <p14:creationId xmlns:p14="http://schemas.microsoft.com/office/powerpoint/2010/main" val="2439924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2C08-CA31-4395-A2EB-95BE5905B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Концепция и цель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C86CF-E0A5-473C-BE3D-334CBA94C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4584699" cy="3649133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+mj-lt"/>
              </a:rPr>
              <a:t>Вы – манул, который хочет сбежать из зоопарка. Ваши мохнатые сородичи будут сопротивляться вашему побегу, а потому ваша задача – побеждать животных, рекрутировать их в вашу команду и выйти из </a:t>
            </a:r>
            <a:r>
              <a:rPr lang="ru-RU" sz="2400" dirty="0" err="1">
                <a:latin typeface="+mj-lt"/>
              </a:rPr>
              <a:t>заперти</a:t>
            </a:r>
            <a:r>
              <a:rPr lang="ru-RU" sz="2400" dirty="0">
                <a:latin typeface="+mj-lt"/>
              </a:rPr>
              <a:t>!</a:t>
            </a:r>
            <a:endParaRPr lang="en-US" sz="24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08087-DD29-4B66-9187-7B6D17823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833" y="609600"/>
            <a:ext cx="5253658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5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110E5-B112-4756-8ABC-D76C0E45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Животные Как основные боевые единицы</a:t>
            </a:r>
            <a:endParaRPr lang="en-US" dirty="0"/>
          </a:p>
        </p:txBody>
      </p:sp>
      <p:pic>
        <p:nvPicPr>
          <p:cNvPr id="4098" name="Picture 2" descr="Изолированный минимализм слона Изображения – скачать бесплатно на Freepik">
            <a:extLst>
              <a:ext uri="{FF2B5EF4-FFF2-40B4-BE49-F238E27FC236}">
                <a16:creationId xmlns:a16="http://schemas.microsoft.com/office/drawing/2014/main" id="{803A7C10-E440-4410-ADAE-F94E41C47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337733"/>
            <a:ext cx="37719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Лягушка минимализм - фото и картинки abrakadabra.fun">
            <a:extLst>
              <a:ext uri="{FF2B5EF4-FFF2-40B4-BE49-F238E27FC236}">
                <a16:creationId xmlns:a16="http://schemas.microsoft.com/office/drawing/2014/main" id="{532CF9D5-7775-4498-A505-8B8BF977A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FECE7"/>
              </a:clrFrom>
              <a:clrTo>
                <a:srgbClr val="EFEC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026" y="-1265343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6E9B13-28E4-44D2-94F3-D9970E331A3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64D2BD"/>
              </a:clrFrom>
              <a:clrTo>
                <a:srgbClr val="64D2BD">
                  <a:alpha val="0"/>
                </a:srgbClr>
              </a:clrTo>
            </a:clrChange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217" y="1509397"/>
            <a:ext cx="3428571" cy="34285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26B79A-1B32-4139-B7DC-A5236F722732}"/>
              </a:ext>
            </a:extLst>
          </p:cNvPr>
          <p:cNvSpPr/>
          <p:nvPr/>
        </p:nvSpPr>
        <p:spPr>
          <a:xfrm>
            <a:off x="2339973" y="4792134"/>
            <a:ext cx="81661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+mj-lt"/>
              </a:rPr>
              <a:t>Каждый враг после победы может быть рекрутирован – так вы будете пополнять свою команду новыми союзниками, обладающими своими качествами и умениями. Сбалансированная команда позволит вам побеждать более грозных соперников.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6944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F55D-EC15-4094-9C20-F80DFBB9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Визуальный дизайн</a:t>
            </a:r>
            <a:endParaRPr lang="en-US" dirty="0"/>
          </a:p>
        </p:txBody>
      </p:sp>
      <p:pic>
        <p:nvPicPr>
          <p:cNvPr id="1026" name="Picture 2" descr="Kroz Compilation Freeware Release : Apogee Software : Free Download,  Borrow, and Streaming : Internet Archive">
            <a:extLst>
              <a:ext uri="{FF2B5EF4-FFF2-40B4-BE49-F238E27FC236}">
                <a16:creationId xmlns:a16="http://schemas.microsoft.com/office/drawing/2014/main" id="{D00E016A-F87D-4AB3-AE9F-B40740E8B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065867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OS][Mid/late 1980s] Top-down ASCII-art racecar game : r/tipofmyjoystick">
            <a:extLst>
              <a:ext uri="{FF2B5EF4-FFF2-40B4-BE49-F238E27FC236}">
                <a16:creationId xmlns:a16="http://schemas.microsoft.com/office/drawing/2014/main" id="{4AAFB951-6DEF-4FE9-A077-D5999723F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451" y="2404004"/>
            <a:ext cx="3533775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34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E52B-BD82-4B94-B365-6C1EE680D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Геймплей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09C8A-CDBD-46E4-AA98-A46ABB657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ru-RU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A1CCA-A6BF-42AD-83AD-203974100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316732"/>
            <a:ext cx="6070832" cy="3649134"/>
          </a:xfrm>
          <a:prstGeom prst="rect">
            <a:avLst/>
          </a:prstGeom>
        </p:spPr>
      </p:pic>
      <p:pic>
        <p:nvPicPr>
          <p:cNvPr id="8" name="Рисунок 9">
            <a:extLst>
              <a:ext uri="{FF2B5EF4-FFF2-40B4-BE49-F238E27FC236}">
                <a16:creationId xmlns:a16="http://schemas.microsoft.com/office/drawing/2014/main" id="{82C4AFC0-A6DA-46AE-9F10-AA50817614F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693" y="2142067"/>
            <a:ext cx="3341308" cy="388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02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AB37-B814-4EDC-99C4-41B5D49E9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7" y="1960200"/>
            <a:ext cx="10131425" cy="1468800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Спасибо за внимание!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314063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252</TotalTime>
  <Words>88</Words>
  <Application>Microsoft Office PowerPoint</Application>
  <PresentationFormat>Widescreen</PresentationFormat>
  <Paragraphs>11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ZOOM DOOM</vt:lpstr>
      <vt:lpstr>Концепция и цель</vt:lpstr>
      <vt:lpstr>Животные Как основные боевые единицы</vt:lpstr>
      <vt:lpstr>Визуальный дизайн</vt:lpstr>
      <vt:lpstr>Геймплей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ЯЩЩ</dc:title>
  <dc:creator>User</dc:creator>
  <cp:lastModifiedBy>User</cp:lastModifiedBy>
  <cp:revision>14</cp:revision>
  <dcterms:created xsi:type="dcterms:W3CDTF">2026-03-16T09:58:06Z</dcterms:created>
  <dcterms:modified xsi:type="dcterms:W3CDTF">2026-03-16T14:10:11Z</dcterms:modified>
</cp:coreProperties>
</file>